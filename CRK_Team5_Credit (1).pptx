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9144000" cy="6858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4F5CB-BB32-95D0-3364-5ED31AE0132E}" v="136" dt="2025-11-19T02:37:40.9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3F4F5CB-BB32-95D0-3364-5ED31AE0132E}"/>
    <pc:docChg chg="addSld modSld">
      <pc:chgData name="Guest User" userId="" providerId="Windows Live" clId="Web-{33F4F5CB-BB32-95D0-3364-5ED31AE0132E}" dt="2025-11-19T02:37:40.977" v="77"/>
      <pc:docMkLst>
        <pc:docMk/>
      </pc:docMkLst>
      <pc:sldChg chg="modSp">
        <pc:chgData name="Guest User" userId="" providerId="Windows Live" clId="Web-{33F4F5CB-BB32-95D0-3364-5ED31AE0132E}" dt="2025-11-19T02:36:14.492" v="57" actId="14100"/>
        <pc:sldMkLst>
          <pc:docMk/>
          <pc:sldMk cId="0" sldId="256"/>
        </pc:sldMkLst>
        <pc:spChg chg="mod">
          <ac:chgData name="Guest User" userId="" providerId="Windows Live" clId="Web-{33F4F5CB-BB32-95D0-3364-5ED31AE0132E}" dt="2025-11-19T02:36:14.492" v="57" actId="14100"/>
          <ac:spMkLst>
            <pc:docMk/>
            <pc:sldMk cId="0" sldId="256"/>
            <ac:spMk id="2" creationId="{00000000-0000-0000-0000-000000000000}"/>
          </ac:spMkLst>
        </pc:spChg>
      </pc:sldChg>
      <pc:sldChg chg="addSp modSp">
        <pc:chgData name="Guest User" userId="" providerId="Windows Live" clId="Web-{33F4F5CB-BB32-95D0-3364-5ED31AE0132E}" dt="2025-11-19T02:36:41.289" v="67" actId="1076"/>
        <pc:sldMkLst>
          <pc:docMk/>
          <pc:sldMk cId="0" sldId="257"/>
        </pc:sldMkLst>
        <pc:spChg chg="add mod">
          <ac:chgData name="Guest User" userId="" providerId="Windows Live" clId="Web-{33F4F5CB-BB32-95D0-3364-5ED31AE0132E}" dt="2025-11-19T02:36:41.289" v="67" actId="1076"/>
          <ac:spMkLst>
            <pc:docMk/>
            <pc:sldMk cId="0" sldId="257"/>
            <ac:spMk id="2" creationId="{95328F0B-BBB8-BD79-3636-A426877E9F75}"/>
          </ac:spMkLst>
        </pc:spChg>
      </pc:sldChg>
      <pc:sldChg chg="addSp delSp modSp add replId">
        <pc:chgData name="Guest User" userId="" providerId="Windows Live" clId="Web-{33F4F5CB-BB32-95D0-3364-5ED31AE0132E}" dt="2025-11-19T02:36:57.680" v="72"/>
        <pc:sldMkLst>
          <pc:docMk/>
          <pc:sldMk cId="632301088" sldId="258"/>
        </pc:sldMkLst>
        <pc:spChg chg="add del mod">
          <ac:chgData name="Guest User" userId="" providerId="Windows Live" clId="Web-{33F4F5CB-BB32-95D0-3364-5ED31AE0132E}" dt="2025-11-19T02:36:48.727" v="71"/>
          <ac:spMkLst>
            <pc:docMk/>
            <pc:sldMk cId="632301088" sldId="258"/>
            <ac:spMk id="2" creationId="{86E5B56F-CB76-E190-1BDF-4FC0E910B1DE}"/>
          </ac:spMkLst>
        </pc:spChg>
        <pc:picChg chg="add mod">
          <ac:chgData name="Guest User" userId="" providerId="Windows Live" clId="Web-{33F4F5CB-BB32-95D0-3364-5ED31AE0132E}" dt="2025-11-19T02:36:57.680" v="72"/>
          <ac:picMkLst>
            <pc:docMk/>
            <pc:sldMk cId="632301088" sldId="258"/>
            <ac:picMk id="3" creationId="{1CCB83E3-1A2A-978D-EFAD-9711B6820E63}"/>
          </ac:picMkLst>
        </pc:picChg>
      </pc:sldChg>
      <pc:sldChg chg="add replId">
        <pc:chgData name="Guest User" userId="" providerId="Windows Live" clId="Web-{33F4F5CB-BB32-95D0-3364-5ED31AE0132E}" dt="2025-11-19T02:36:28.820" v="59"/>
        <pc:sldMkLst>
          <pc:docMk/>
          <pc:sldMk cId="3688617378" sldId="259"/>
        </pc:sldMkLst>
      </pc:sldChg>
      <pc:sldChg chg="addSp modSp add replId">
        <pc:chgData name="Guest User" userId="" providerId="Windows Live" clId="Web-{33F4F5CB-BB32-95D0-3364-5ED31AE0132E}" dt="2025-11-19T02:37:12.117" v="73"/>
        <pc:sldMkLst>
          <pc:docMk/>
          <pc:sldMk cId="2049462745" sldId="260"/>
        </pc:sldMkLst>
        <pc:picChg chg="add mod">
          <ac:chgData name="Guest User" userId="" providerId="Windows Live" clId="Web-{33F4F5CB-BB32-95D0-3364-5ED31AE0132E}" dt="2025-11-19T02:37:12.117" v="73"/>
          <ac:picMkLst>
            <pc:docMk/>
            <pc:sldMk cId="2049462745" sldId="260"/>
            <ac:picMk id="2" creationId="{74EE8B90-FC99-267F-4667-8141ED83F133}"/>
          </ac:picMkLst>
        </pc:picChg>
      </pc:sldChg>
      <pc:sldChg chg="addSp delSp modSp add replId">
        <pc:chgData name="Guest User" userId="" providerId="Windows Live" clId="Web-{33F4F5CB-BB32-95D0-3364-5ED31AE0132E}" dt="2025-11-19T02:37:29.664" v="76"/>
        <pc:sldMkLst>
          <pc:docMk/>
          <pc:sldMk cId="4074215462" sldId="261"/>
        </pc:sldMkLst>
        <pc:picChg chg="add del mod">
          <ac:chgData name="Guest User" userId="" providerId="Windows Live" clId="Web-{33F4F5CB-BB32-95D0-3364-5ED31AE0132E}" dt="2025-11-19T02:37:28.055" v="75"/>
          <ac:picMkLst>
            <pc:docMk/>
            <pc:sldMk cId="4074215462" sldId="261"/>
            <ac:picMk id="2" creationId="{6A3DC325-2F9C-E125-A99D-2F97DA94D1EE}"/>
          </ac:picMkLst>
        </pc:picChg>
        <pc:picChg chg="add mod">
          <ac:chgData name="Guest User" userId="" providerId="Windows Live" clId="Web-{33F4F5CB-BB32-95D0-3364-5ED31AE0132E}" dt="2025-11-19T02:37:29.664" v="76"/>
          <ac:picMkLst>
            <pc:docMk/>
            <pc:sldMk cId="4074215462" sldId="261"/>
            <ac:picMk id="3" creationId="{6788FB10-C5B2-F79B-303D-8F6C38728EC2}"/>
          </ac:picMkLst>
        </pc:picChg>
      </pc:sldChg>
      <pc:sldChg chg="addSp modSp add replId">
        <pc:chgData name="Guest User" userId="" providerId="Windows Live" clId="Web-{33F4F5CB-BB32-95D0-3364-5ED31AE0132E}" dt="2025-11-19T02:37:40.977" v="77"/>
        <pc:sldMkLst>
          <pc:docMk/>
          <pc:sldMk cId="1431777912" sldId="262"/>
        </pc:sldMkLst>
        <pc:picChg chg="add mod">
          <ac:chgData name="Guest User" userId="" providerId="Windows Live" clId="Web-{33F4F5CB-BB32-95D0-3364-5ED31AE0132E}" dt="2025-11-19T02:37:40.977" v="77"/>
          <ac:picMkLst>
            <pc:docMk/>
            <pc:sldMk cId="1431777912" sldId="262"/>
            <ac:picMk id="2" creationId="{6ED32E8D-B6A6-2761-5AE5-26A51A1D86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F63D6-2695-4E87-BF74-FE59CAE07C4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C16E-6A7A-4C23-AD38-248939BCB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0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E8038-A6A7-4634-9599-6B37151D3997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2018" y="478064"/>
            <a:ext cx="2197968" cy="37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362200" y="195071"/>
            <a:ext cx="0" cy="944880"/>
          </a:xfrm>
          <a:custGeom>
            <a:avLst/>
            <a:gdLst/>
            <a:ahLst/>
            <a:cxnLst/>
            <a:rect l="l" t="t" r="r" b="b"/>
            <a:pathLst>
              <a:path h="944880">
                <a:moveTo>
                  <a:pt x="0" y="0"/>
                </a:moveTo>
                <a:lnTo>
                  <a:pt x="0" y="944880"/>
                </a:lnTo>
              </a:path>
            </a:pathLst>
          </a:custGeom>
          <a:ln w="9144">
            <a:solidFill>
              <a:srgbClr val="559F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98F4E-22BA-44DE-9ED8-C32179CACB6E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590DC-9DBC-486B-BDED-D8A0E41A905A}" type="datetime1">
              <a:rPr lang="en-US" smtClean="0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15FDA-7E36-4C90-BA56-B7FA8F2B9A62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967227"/>
            <a:ext cx="0" cy="2025650"/>
          </a:xfrm>
          <a:custGeom>
            <a:avLst/>
            <a:gdLst/>
            <a:ahLst/>
            <a:cxnLst/>
            <a:rect l="l" t="t" r="r" b="b"/>
            <a:pathLst>
              <a:path h="2025650">
                <a:moveTo>
                  <a:pt x="0" y="0"/>
                </a:moveTo>
                <a:lnTo>
                  <a:pt x="0" y="2025434"/>
                </a:lnTo>
              </a:path>
            </a:pathLst>
          </a:custGeom>
          <a:ln w="9144">
            <a:solidFill>
              <a:srgbClr val="559F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276486" y="2971800"/>
            <a:ext cx="3780945" cy="903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669791" y="304800"/>
            <a:ext cx="5017007" cy="62483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E00C4-CBAA-4DFD-82B8-5EA20FC7D043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ED5CA93-A69D-BCA6-AC86-0FF2AC2802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04324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04" imgH="403" progId="TCLayout.ActiveDocument.1">
                  <p:embed/>
                </p:oleObj>
              </mc:Choice>
              <mc:Fallback>
                <p:oleObj name="think-cell Slide" r:id="rId8" imgW="404" imgH="40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ED5CA93-A69D-BCA6-AC86-0FF2AC280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400" y="195071"/>
            <a:ext cx="8839200" cy="41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B99AA-8DA2-4191-AE8D-FAB11632115F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758" y="3873271"/>
            <a:ext cx="5244465" cy="110991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50800">
              <a:spcBef>
                <a:spcPts val="95"/>
              </a:spcBef>
            </a:pPr>
            <a:r>
              <a:rPr lang="en-US" sz="1600" b="1" spc="-15">
                <a:latin typeface="Calibri"/>
                <a:cs typeface="Calibri"/>
              </a:rPr>
              <a:t>December 4th, 2025</a:t>
            </a:r>
            <a:endParaRPr lang="en-US"/>
          </a:p>
          <a:p>
            <a:pPr marL="46355">
              <a:lnSpc>
                <a:spcPct val="100000"/>
              </a:lnSpc>
              <a:spcBef>
                <a:spcPts val="1425"/>
              </a:spcBef>
            </a:pPr>
            <a:r>
              <a:rPr lang="en-US" sz="1600" b="1" spc="-10">
                <a:latin typeface="Calibri"/>
                <a:cs typeface="Calibri"/>
              </a:rPr>
              <a:t>Team Number: 5</a:t>
            </a:r>
            <a:endParaRPr lang="en-US" sz="1600" b="1" spc="-10">
              <a:latin typeface="Calibri"/>
              <a:ea typeface="Calibri"/>
              <a:cs typeface="Calibri"/>
            </a:endParaRPr>
          </a:p>
          <a:p>
            <a:pPr marL="46355">
              <a:spcBef>
                <a:spcPts val="1425"/>
              </a:spcBef>
            </a:pPr>
            <a:r>
              <a:rPr sz="1600" b="1" spc="-10">
                <a:latin typeface="Calibri"/>
                <a:cs typeface="Calibri"/>
              </a:rPr>
              <a:t>Stu</a:t>
            </a:r>
            <a:r>
              <a:rPr lang="en-US" sz="1600" b="1" spc="-10">
                <a:latin typeface="Calibri"/>
                <a:cs typeface="Calibri"/>
              </a:rPr>
              <a:t>d</a:t>
            </a:r>
            <a:r>
              <a:rPr sz="1600" b="1" spc="-10">
                <a:latin typeface="Calibri"/>
                <a:cs typeface="Calibri"/>
              </a:rPr>
              <a:t>ents:</a:t>
            </a:r>
            <a:r>
              <a:rPr lang="en-US" sz="1600" b="1" spc="-10">
                <a:latin typeface="Calibri"/>
                <a:cs typeface="Calibri"/>
              </a:rPr>
              <a:t> Benjamin Guerrero, Erika Mendes, Max McCartney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1CF8-1E40-C820-9549-6CFA4A21DF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79F497B-CE46-56DF-9264-63803EAFC7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31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79F497B-CE46-56DF-9264-63803EAF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3F18F-A008-7418-BFE2-FCFC7EF0F5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A1B3EC-AE70-4DAF-935E-2D0341F4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28F0B-BBB8-BD79-3636-A426877E9F75}"/>
              </a:ext>
            </a:extLst>
          </p:cNvPr>
          <p:cNvSpPr txBox="1"/>
          <p:nvPr/>
        </p:nvSpPr>
        <p:spPr>
          <a:xfrm>
            <a:off x="2476500" y="406400"/>
            <a:ext cx="4572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>
                <a:solidFill>
                  <a:schemeClr val="tx1"/>
                </a:solidFill>
                <a:latin typeface="Palatino Linotype"/>
                <a:ea typeface="+mj-ea"/>
                <a:cs typeface="Calibri"/>
              </a:rPr>
              <a:t>Investment Summary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64BD-BABC-EFB9-7481-8DD5C8FD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8938FB1-E550-9538-DC3C-B292B146F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79F497B-CE46-56DF-9264-63803EAF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73E99-97DD-445D-E74A-FC172C5B5E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45F9C81-302A-A978-72C7-E39BA700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CB83E3-1A2A-978D-EFAD-9711B6820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89000"/>
            <a:ext cx="9144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0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F7AD-B4CB-6FF5-3F9C-D8FFEFC2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65A849C-FAD6-FF0F-D91C-E603A74D73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79F497B-CE46-56DF-9264-63803EAF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915F7-C61D-073C-8331-D05E9A1799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CC24745-1610-497C-E438-945CDF0C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1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7862-2F27-24D8-C526-9BD8962E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0900F4-0B73-3B43-B133-55240FAC0F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79F497B-CE46-56DF-9264-63803EAF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3532F-90A1-66FC-D2FE-D1B3EB2C81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E730EA-5D03-0C9A-2882-923AEA5A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EE8B90-FC99-267F-4667-8141ED83F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75935"/>
            <a:ext cx="9144000" cy="11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62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744E-256F-70D7-874B-CC33D916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5E1CC38-3A5F-8396-27BB-E24180F002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79F497B-CE46-56DF-9264-63803EAF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28357-510E-BB6C-BE2A-C3E38A60F9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4499C44-FEDC-6BC3-CDCE-6FC5584B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8FB10-C5B2-F79B-303D-8F6C38728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85153"/>
            <a:ext cx="9144000" cy="108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1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4A4B-1A09-F85A-8818-874F477F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F84FF90-8058-C79F-B2B6-F9E43B2B8D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79F497B-CE46-56DF-9264-63803EAF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86D06-1A83-5A26-7CAD-03360780F5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D31ABF-9FC7-9A62-A5A0-A6D6FB3F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32E8D-B6A6-2761-5AE5-26A51A1D8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75935"/>
            <a:ext cx="9144000" cy="110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779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11F95CECB8E488B6B42187C37CBDC" ma:contentTypeVersion="2" ma:contentTypeDescription="Create a new document." ma:contentTypeScope="" ma:versionID="8ab8646f47c04aa434f724f0f44ef3d2">
  <xsd:schema xmlns:xsd="http://www.w3.org/2001/XMLSchema" xmlns:xs="http://www.w3.org/2001/XMLSchema" xmlns:p="http://schemas.microsoft.com/office/2006/metadata/properties" xmlns:ns2="79c28417-c0a7-491c-af17-bd49672f3bbd" targetNamespace="http://schemas.microsoft.com/office/2006/metadata/properties" ma:root="true" ma:fieldsID="cd69ca83443b9ca732dac90fd2716f8a" ns2:_="">
    <xsd:import namespace="79c28417-c0a7-491c-af17-bd49672f3b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c28417-c0a7-491c-af17-bd49672f3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DE8602-2B2F-4205-B40E-0AB7CB6D496B}">
  <ds:schemaRefs>
    <ds:schemaRef ds:uri="79c28417-c0a7-491c-af17-bd49672f3bb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DE98DF-6968-4D08-B591-6D92FD01AFB6}">
  <ds:schemaRefs>
    <ds:schemaRef ds:uri="79c28417-c0a7-491c-af17-bd49672f3b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31414A-6AE1-421D-9272-E246066596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Omar Estrada</dc:creator>
  <cp:keywords/>
  <dc:description/>
  <cp:revision>1</cp:revision>
  <dcterms:created xsi:type="dcterms:W3CDTF">2019-11-08T21:29:51Z</dcterms:created>
  <dcterms:modified xsi:type="dcterms:W3CDTF">2025-11-19T02:38:10Z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2019-11-07T10:00:00Z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2019-11-07T10:00:00Z</vt:filetime>
  </property>
  <property fmtid="{D5CDD505-2E9C-101B-9397-08002B2CF9AE}" pid="5" name="ContentTypeId">
    <vt:lpwstr>0x01010045211F95CECB8E488B6B42187C37CBDC</vt:lpwstr>
  </property>
</Properties>
</file>